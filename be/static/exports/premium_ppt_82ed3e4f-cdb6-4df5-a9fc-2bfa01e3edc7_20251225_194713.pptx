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火星咖啡：探索黑咖啡的独特制作方法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C107"/>
                </a:solidFill>
                <a:latin typeface="Segoe UI Light"/>
              </a:defRPr>
            </a:pPr>
            <a:r>
              <a:t>Premium Presentation • December 25,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5943600"/>
            <a:ext cx="1828800" cy="4572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C107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FFFFFF"/>
                </a:solidFill>
                <a:latin typeface="Segoe UI"/>
              </a:defRPr>
            </a:pPr>
            <a:r>
              <a:t>本次演讲将深入探讨如何在火星环境中制作黑咖啡，结合科学原理与创新技术，带来前所未有的咖啡体验。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384048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7490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掌握火星环境中的咖啡制作技巧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2976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理解温度与压力对咖啡风味的影响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9377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探索未来太空旅行的咖啡文化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107"/>
                </a:solidFill>
                <a:latin typeface="Segoe UI"/>
              </a:defRPr>
            </a:pPr>
            <a:r>
              <a:t>火星咖啡的魅力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独特的火星环境带来新鲜体验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黑咖啡的风味与气候相关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未来太空人类生活的重要元素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107"/>
                </a:solidFill>
                <a:latin typeface="Segoe UI"/>
              </a:defRPr>
            </a:pPr>
            <a:r>
              <a:t>火星环境对咖啡制作的影响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低气压影响水的沸点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温度变化对咖啡提取的影响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火星土壤的化学成分对咖啡种植的挑战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107"/>
                </a:solidFill>
                <a:latin typeface="Segoe UI"/>
              </a:defRPr>
            </a:pPr>
            <a:r>
              <a:t>地球与火星：咖啡制作的对比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  <a:latin typeface="Segoe UI"/>
              </a:defRPr>
            </a:pPr>
            <a:r>
              <a:t>地球咖啡制作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标准气压与温度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丰富的水源与资源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传统咖啡机的使用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645920"/>
            <a:ext cx="91440" cy="4572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  <a:latin typeface="Segoe UI"/>
              </a:defRPr>
            </a:pPr>
            <a:r>
              <a:t>火星咖啡制作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低气压与高温挑战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稀缺的水源与资源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7490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• 需要创新的制作设备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107"/>
                </a:solidFill>
                <a:latin typeface="Segoe UI"/>
              </a:defRPr>
            </a:pPr>
            <a:r>
              <a:t>火星咖啡的制作步骤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选择合适的咖啡豆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使用火星特制咖啡机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掌握水温与浸泡时间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8056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34340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调节气压以优化风味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107"/>
                </a:solidFill>
                <a:latin typeface="Segoe UI"/>
              </a:defRPr>
            </a:pPr>
            <a:r>
              <a:t>未来展望：太空咖啡文化的建立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促进太空旅行中的社交活动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提高宇航员的心理健康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可能的商业机会与市场潜力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107"/>
                </a:solidFill>
                <a:latin typeface="Segoe UI"/>
              </a:defRPr>
            </a:pPr>
            <a:r>
              <a:t>结论与行动号召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火星咖啡将拓展人类的味觉体验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鼓励创新与合作，推动太空食物研究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FFFFFF"/>
                </a:solidFill>
                <a:latin typeface="Segoe UI"/>
              </a:defRPr>
            </a:pPr>
            <a:r>
              <a:t>成为未来太空探索的先锋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C107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Segoe UI Light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5486400"/>
            <a:ext cx="1828800" cy="4572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