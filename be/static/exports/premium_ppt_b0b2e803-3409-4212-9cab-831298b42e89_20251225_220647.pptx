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Transformasi Digital: Mendorong Inovasi dan Pertumbuhan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8AFF"/>
                </a:solidFill>
                <a:latin typeface="Segoe UI Light"/>
              </a:defRPr>
            </a:pPr>
            <a:r>
              <a:t>Premium Presentation • December 25,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5943600"/>
            <a:ext cx="1828800" cy="45720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48A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FFFFFF"/>
                </a:solidFill>
                <a:latin typeface="Segoe UI"/>
              </a:defRPr>
            </a:pPr>
            <a:r>
              <a:t>Presentasi ini membahas transformasi digital sebagai kunci untuk inovasi dan pertumbuhan bisnis. Dengan memanfaatkan teknologi digital, perusahaan dapat meningkatkan efisiensi, memperkuat hubungan pelanggan, dan bersaing di pasar global.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840480"/>
            <a:ext cx="137160" cy="137160"/>
          </a:xfrm>
          <a:prstGeom prst="ellipse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7490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Transformasi digital sebagai pendorong inovasi.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Meningkatkan efisiensi operasional melalui teknologi.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937760"/>
            <a:ext cx="137160" cy="137160"/>
          </a:xfrm>
          <a:prstGeom prst="ellipse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Membangun hubungan pelanggan yang lebih baik dan lebih kuat.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8AFF"/>
                </a:solidFill>
                <a:latin typeface="Segoe UI"/>
              </a:defRPr>
            </a:pPr>
            <a:r>
              <a:t>Apa Itu Transformasi Digital?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Integrasi teknologi digital ke dalam semua aspek bisnis.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Mengubah cara perusahaan beroperasi dan memberikan nilai.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Mendorong budaya inovasi dan adaptabilitas.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8AFF"/>
                </a:solidFill>
                <a:latin typeface="Segoe UI"/>
              </a:defRPr>
            </a:pPr>
            <a:r>
              <a:t>Mengapa Transformasi Digital Penting?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79% perusahaan yang tidak bertransformasi digital berisiko gagal dalam 5 tahun.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Meningkatkan kepuasan pelanggan hingga 40%.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Menciptakan keunggulan kompetitif di pasar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8AFF"/>
                </a:solidFill>
                <a:latin typeface="Segoe UI"/>
              </a:defRPr>
            </a:pPr>
            <a:r>
              <a:t>Tantangan vs Peluang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8AFF"/>
                </a:solidFill>
                <a:latin typeface="Segoe UI"/>
              </a:defRPr>
            </a:pPr>
            <a:r>
              <a:t>Tantangan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Resistensi terhadap perubahan.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Keterbatasan anggaran dan sumber daya.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Kurangnya keterampilan digital di kalangan karyawan.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645920"/>
            <a:ext cx="91440" cy="457200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8AFF"/>
                </a:solidFill>
                <a:latin typeface="Segoe UI"/>
              </a:defRPr>
            </a:pPr>
            <a:r>
              <a:t>Peluang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Inovasi dalam produk dan layanan.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Peningkatan efisiensi dan penghematan biaya.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7490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Akses ke pasar baru dan pelanggan.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8AFF"/>
                </a:solidFill>
                <a:latin typeface="Segoe UI"/>
              </a:defRPr>
            </a:pPr>
            <a:r>
              <a:t>Langkah-Langkah Menuju Transformasi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Membangun visi dan strategi yang jelas.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Melibatkan karyawan di setiap tingkatan.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Memanfaatkan data untuk keputusan berbasis informasi.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8AFF"/>
                </a:solidFill>
                <a:latin typeface="Segoe UI"/>
              </a:defRPr>
            </a:pPr>
            <a:r>
              <a:t>Studi Kasus: Keberhasilan Transformasi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Contoh perusahaan XYZ yang meningkatkan efisiensi 30%.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Penggunaan AI untuk personalisasi pengalaman pelanggan.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Penghematan biaya operasional hingga 20%.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8AFF"/>
                </a:solidFill>
                <a:latin typeface="Segoe UI"/>
              </a:defRPr>
            </a:pPr>
            <a:r>
              <a:t>Masa Depan Transformasi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Pentingnya beradaptasi dengan teknologi baru.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Peran inovasi berkelanjutan dalam keberhasilan jangka panjang.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Memanfaatkan peluang yang muncul dari perubahan teknologi.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8AFF"/>
                </a:solidFill>
                <a:latin typeface="Segoe UI"/>
              </a:defRPr>
            </a:pPr>
            <a:r>
              <a:t>Kesimpulan dan Tindakan Selanjutnya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Transformasi digital bukan pilihan, tetapi kebutuhan.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Mulailah dengan langkah kecil dan bertahap.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Keterlibatan semua pihak adalah kunci keberhasilan.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48A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 Light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5486400"/>
            <a:ext cx="1828800" cy="457200"/>
          </a:xfrm>
          <a:prstGeom prst="roundRect">
            <a:avLst/>
          </a:prstGeom>
          <a:solidFill>
            <a:srgbClr val="44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