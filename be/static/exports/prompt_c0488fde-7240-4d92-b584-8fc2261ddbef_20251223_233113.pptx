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Buatin PPT Kece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Generated by PPT.wtf • December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explores the art of creating engaging and visually appealing PowerPoint presentations, focusing on design principles, effective storytelling, and the use of multimedia elements to captivate an audience.</a:t>
            </a:r>
          </a:p>
          <a:p>
            <a:pPr lvl="1">
              <a:defRPr sz="1800"/>
            </a:pPr>
            <a:r>
              <a:t>Importance of design in presentations</a:t>
            </a:r>
          </a:p>
          <a:p>
            <a:pPr lvl="1">
              <a:defRPr sz="1800"/>
            </a:pPr>
            <a:r>
              <a:t>Techniques for effective storytelling</a:t>
            </a:r>
          </a:p>
          <a:p>
            <a:pPr lvl="1">
              <a:defRPr sz="1800"/>
            </a:pPr>
            <a:r>
              <a:t>Utilizing multimedia for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Engaging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What makes a presentation 'kece'?</a:t>
            </a:r>
          </a:p>
          <a:p>
            <a:pPr>
              <a:spcBef>
                <a:spcPts val="1200"/>
              </a:spcBef>
              <a:defRPr sz="2000"/>
            </a:pPr>
            <a:r>
              <a:t>The role of design in communication</a:t>
            </a:r>
          </a:p>
          <a:p>
            <a:pPr>
              <a:spcBef>
                <a:spcPts val="1200"/>
              </a:spcBef>
              <a:defRPr sz="2000"/>
            </a:pPr>
            <a:r>
              <a:t>Overview of topics covered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Consistency in visuals</a:t>
            </a:r>
          </a:p>
          <a:p>
            <a:pPr>
              <a:spcBef>
                <a:spcPts val="1200"/>
              </a:spcBef>
              <a:defRPr sz="2000"/>
            </a:pPr>
            <a:r>
              <a:t>Color theory basics</a:t>
            </a:r>
          </a:p>
          <a:p>
            <a:pPr>
              <a:spcBef>
                <a:spcPts val="1200"/>
              </a:spcBef>
              <a:defRPr sz="2000"/>
            </a:pPr>
            <a:r>
              <a:t>Font selection and readability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Structure of a compelling narrative</a:t>
            </a:r>
          </a:p>
          <a:p>
            <a:pPr>
              <a:spcBef>
                <a:spcPts val="1200"/>
              </a:spcBef>
              <a:defRPr sz="2000"/>
            </a:pPr>
            <a:r>
              <a:t>Connecting with the audience</a:t>
            </a:r>
          </a:p>
          <a:p>
            <a:pPr>
              <a:spcBef>
                <a:spcPts val="1200"/>
              </a:spcBef>
              <a:defRPr sz="2000"/>
            </a:pPr>
            <a:r>
              <a:t>Using anecdotes and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Incorporating 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Benefits of images and videos</a:t>
            </a:r>
          </a:p>
          <a:p>
            <a:pPr>
              <a:spcBef>
                <a:spcPts val="1200"/>
              </a:spcBef>
              <a:defRPr sz="2000"/>
            </a:pPr>
            <a:r>
              <a:t>Using animations effectively</a:t>
            </a:r>
          </a:p>
          <a:p>
            <a:pPr>
              <a:spcBef>
                <a:spcPts val="1200"/>
              </a:spcBef>
              <a:defRPr sz="2000"/>
            </a:pPr>
            <a:r>
              <a:t>Tools for creating multimedia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Overloading slides with text</a:t>
            </a:r>
          </a:p>
          <a:p>
            <a:pPr>
              <a:spcBef>
                <a:spcPts val="1200"/>
              </a:spcBef>
              <a:defRPr sz="2000"/>
            </a:pPr>
            <a:r>
              <a:t>Neglecting audience engagement</a:t>
            </a:r>
          </a:p>
          <a:p>
            <a:pPr>
              <a:spcBef>
                <a:spcPts val="1200"/>
              </a:spcBef>
              <a:defRPr sz="2000"/>
            </a:pPr>
            <a:r>
              <a:t>Ignoring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Recap of design and storytelling tips</a:t>
            </a:r>
          </a:p>
          <a:p>
            <a:pPr>
              <a:spcBef>
                <a:spcPts val="1200"/>
              </a:spcBef>
              <a:defRPr sz="2000"/>
            </a:pPr>
            <a:r>
              <a:t>Encouragement to experiment with styles</a:t>
            </a:r>
          </a:p>
          <a:p>
            <a:pPr>
              <a:spcBef>
                <a:spcPts val="1200"/>
              </a:spcBef>
              <a:defRPr sz="2000"/>
            </a:pPr>
            <a:r>
              <a:t>Final thoughts on creating impactful presentations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