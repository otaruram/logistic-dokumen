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Buatini PPT Kece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Generated by PPT.wtf • December 23,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explores the art of creating impressive PowerPoint presentations, focusing on design tips, content structuring, and engaging visuals to captivate your audience.</a:t>
            </a:r>
          </a:p>
          <a:p>
            <a:pPr lvl="1">
              <a:defRPr sz="1800"/>
            </a:pPr>
            <a:r>
              <a:t>Importance of design in presentations</a:t>
            </a:r>
          </a:p>
          <a:p>
            <a:pPr lvl="1">
              <a:defRPr sz="1800"/>
            </a:pPr>
            <a:r>
              <a:t>How to structure content effectively</a:t>
            </a:r>
          </a:p>
          <a:p>
            <a:pPr lvl="1">
              <a:defRPr sz="1800"/>
            </a:pPr>
            <a:r>
              <a:t>Using visuals to enhance engagement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Presentation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Why presentation design matters</a:t>
            </a:r>
          </a:p>
          <a:p>
            <a:pPr>
              <a:spcBef>
                <a:spcPts val="1200"/>
              </a:spcBef>
              <a:defRPr sz="2000"/>
            </a:pPr>
            <a:r>
              <a:t>First impressions and audience engagement</a:t>
            </a:r>
          </a:p>
          <a:p>
            <a:pPr>
              <a:spcBef>
                <a:spcPts val="1200"/>
              </a:spcBef>
              <a:defRPr sz="2000"/>
            </a:pPr>
            <a:r>
              <a:t>Overview of best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Consistency in style and colors</a:t>
            </a:r>
          </a:p>
          <a:p>
            <a:pPr>
              <a:spcBef>
                <a:spcPts val="1200"/>
              </a:spcBef>
              <a:defRPr sz="2000"/>
            </a:pPr>
            <a:r>
              <a:t>Effective use of typography</a:t>
            </a:r>
          </a:p>
          <a:p>
            <a:pPr>
              <a:spcBef>
                <a:spcPts val="1200"/>
              </a:spcBef>
              <a:defRPr sz="2000"/>
            </a:pPr>
            <a:r>
              <a:t>Balancing text and images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Structuring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Creating a clear narrative</a:t>
            </a:r>
          </a:p>
          <a:p>
            <a:pPr>
              <a:spcBef>
                <a:spcPts val="1200"/>
              </a:spcBef>
              <a:defRPr sz="2000"/>
            </a:pPr>
            <a:r>
              <a:t>Using headings and subheadings</a:t>
            </a:r>
          </a:p>
          <a:p>
            <a:pPr>
              <a:spcBef>
                <a:spcPts val="1200"/>
              </a:spcBef>
              <a:defRPr sz="2000"/>
            </a:pPr>
            <a:r>
              <a:t>Incorporating bullet points for clarity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Incorporating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Choosing the right images</a:t>
            </a:r>
          </a:p>
          <a:p>
            <a:pPr>
              <a:spcBef>
                <a:spcPts val="1200"/>
              </a:spcBef>
              <a:defRPr sz="2000"/>
            </a:pPr>
            <a:r>
              <a:t>Using charts and graphs</a:t>
            </a:r>
          </a:p>
          <a:p>
            <a:pPr>
              <a:spcBef>
                <a:spcPts val="1200"/>
              </a:spcBef>
              <a:defRPr sz="2000"/>
            </a:pPr>
            <a:r>
              <a:t>The role of animations and transitions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Engaging Your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Interactivity and audience participation</a:t>
            </a:r>
          </a:p>
          <a:p>
            <a:pPr>
              <a:spcBef>
                <a:spcPts val="1200"/>
              </a:spcBef>
              <a:defRPr sz="2000"/>
            </a:pPr>
            <a:r>
              <a:t>Using storytelling techniques</a:t>
            </a:r>
          </a:p>
          <a:p>
            <a:pPr>
              <a:spcBef>
                <a:spcPts val="1200"/>
              </a:spcBef>
              <a:defRPr sz="2000"/>
            </a:pPr>
            <a:r>
              <a:t>Adapting to audience 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Recap of key takeaways</a:t>
            </a:r>
          </a:p>
          <a:p>
            <a:pPr>
              <a:spcBef>
                <a:spcPts val="1200"/>
              </a:spcBef>
              <a:defRPr sz="2000"/>
            </a:pPr>
            <a:r>
              <a:t>Resources for further learning</a:t>
            </a:r>
          </a:p>
          <a:p>
            <a:pPr>
              <a:spcBef>
                <a:spcPts val="1200"/>
              </a:spcBef>
              <a:defRPr sz="2000"/>
            </a:pPr>
            <a:r>
              <a:t>Final thoughts on impactful presentations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